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7" autoAdjust="0"/>
    <p:restoredTop sz="94673" autoAdjust="0"/>
  </p:normalViewPr>
  <p:slideViewPr>
    <p:cSldViewPr snapToGrid="0">
      <p:cViewPr varScale="1">
        <p:scale>
          <a:sx n="102" d="100"/>
          <a:sy n="102" d="100"/>
        </p:scale>
        <p:origin x="120" y="1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69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65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21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04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19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56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881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83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28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57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0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DB11AB-75F6-EBDD-3B13-5370C294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614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6D14A-B37D-084A-AF80-5985433B8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585"/>
            <a:ext cx="12192000" cy="545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2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F72A78-C883-4B3B-A221-FCB08FE67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2644"/>
            <a:ext cx="12192000" cy="489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38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7CB6FC-C221-479C-1A38-5D3D15F76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645"/>
            <a:ext cx="12192000" cy="478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54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D5BB07-95B1-CEFC-D22E-E49D6F9A2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6760"/>
            <a:ext cx="12192000" cy="536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4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02781B-8630-0F68-AC71-7302FA652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645"/>
            <a:ext cx="12192000" cy="568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41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B7E2-6A82-5E27-5F2B-157F8F6D2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18DB17-2DB9-6308-00A7-782F78995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645"/>
            <a:ext cx="12192000" cy="568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3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4A05A-3FBF-DD33-BCB8-CBA70A1A7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2" y="18255"/>
            <a:ext cx="10515600" cy="1325563"/>
          </a:xfrm>
        </p:spPr>
        <p:txBody>
          <a:bodyPr/>
          <a:lstStyle/>
          <a:p>
            <a:r>
              <a:rPr lang="en-IN" b="1" dirty="0"/>
              <a:t>User Interface - Home Page</a:t>
            </a:r>
            <a:br>
              <a:rPr lang="en-IN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162D9-5CE1-2265-413D-217AAA8BF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7583"/>
            <a:ext cx="12192000" cy="614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169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174729-A459-C786-530C-57BA6A699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250"/>
            <a:ext cx="12192000" cy="631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83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0789BC-F21C-F9B0-0C01-C1FB3B159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582"/>
            <a:ext cx="12192000" cy="585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48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638DF2-ED41-8273-79CD-F007C7378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41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</TotalTime>
  <Words>6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Interface - Home Page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Arjun R</dc:creator>
  <cp:lastModifiedBy>Arjun R</cp:lastModifiedBy>
  <cp:revision>1</cp:revision>
  <dcterms:created xsi:type="dcterms:W3CDTF">2025-11-30T00:17:52Z</dcterms:created>
  <dcterms:modified xsi:type="dcterms:W3CDTF">2025-11-30T00:26:54Z</dcterms:modified>
</cp:coreProperties>
</file>