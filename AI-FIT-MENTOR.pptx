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73" autoAdjust="0"/>
  </p:normalViewPr>
  <p:slideViewPr>
    <p:cSldViewPr snapToGrid="0">
      <p:cViewPr varScale="1">
        <p:scale>
          <a:sx n="76" d="100"/>
          <a:sy n="76" d="100"/>
        </p:scale>
        <p:origin x="62" y="3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69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5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1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04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9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6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88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83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8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57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19495-2D30-44A0-BBE7-EC553080B11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5F3AB-B1E9-4989-B966-9D7393F254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0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B11AB-75F6-EBDD-3B13-5370C294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489" y="1286934"/>
            <a:ext cx="9385024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D6D14A-B37D-084A-AF80-5985433B8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585"/>
            <a:ext cx="12192000" cy="545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2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72A78-C883-4B3B-A221-FCB08FE67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644"/>
            <a:ext cx="12192000" cy="48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3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CB6FC-C221-479C-1A38-5D3D15F7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645"/>
            <a:ext cx="12192000" cy="478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5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5BB07-95B1-CEFC-D22E-E49D6F9A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760"/>
            <a:ext cx="12192000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4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02781B-8630-0F68-AC71-7302FA652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645"/>
            <a:ext cx="12192000" cy="5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41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B7E2-6A82-5E27-5F2B-157F8F6D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18DB17-2DB9-6308-00A7-782F78995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645"/>
            <a:ext cx="12192000" cy="5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4A05A-3FBF-DD33-BCB8-CBA70A1A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Interface - Home Page</a:t>
            </a:r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162D9-5CE1-2265-413D-217AAA8B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503812"/>
            <a:ext cx="6780700" cy="384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6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174729-A459-C786-530C-57BA6A699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81" y="1286934"/>
            <a:ext cx="8689840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8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789BC-F21C-F9B0-0C01-C1FB3B159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70" y="1286934"/>
            <a:ext cx="8554062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4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38DF2-ED41-8273-79CD-F007C7378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150" y="1286934"/>
            <a:ext cx="9331702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4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6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Interface - Home Page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R</dc:creator>
  <cp:lastModifiedBy>Arjun Veluprabhakaran</cp:lastModifiedBy>
  <cp:revision>3</cp:revision>
  <dcterms:created xsi:type="dcterms:W3CDTF">2025-11-30T00:17:52Z</dcterms:created>
  <dcterms:modified xsi:type="dcterms:W3CDTF">2025-11-30T04:35:12Z</dcterms:modified>
</cp:coreProperties>
</file>