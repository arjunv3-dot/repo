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01FD59-9897-415F-A768-457FE7AE81BA}" v="2" dt="2025-11-29T23:55:34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91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R" userId="b518642b28e0e832" providerId="LiveId" clId="{499DB57E-A8F0-4C2E-A55F-1292B2C5DC8C}"/>
    <pc:docChg chg="custSel addSld delSld modSld">
      <pc:chgData name="Arjun R" userId="b518642b28e0e832" providerId="LiveId" clId="{499DB57E-A8F0-4C2E-A55F-1292B2C5DC8C}" dt="2025-11-29T23:56:44.933" v="104" actId="47"/>
      <pc:docMkLst>
        <pc:docMk/>
      </pc:docMkLst>
      <pc:sldChg chg="addSp modSp mod">
        <pc:chgData name="Arjun R" userId="b518642b28e0e832" providerId="LiveId" clId="{499DB57E-A8F0-4C2E-A55F-1292B2C5DC8C}" dt="2025-11-29T23:50:13.734" v="9" actId="1076"/>
        <pc:sldMkLst>
          <pc:docMk/>
          <pc:sldMk cId="0" sldId="256"/>
        </pc:sldMkLst>
        <pc:spChg chg="mod">
          <ac:chgData name="Arjun R" userId="b518642b28e0e832" providerId="LiveId" clId="{499DB57E-A8F0-4C2E-A55F-1292B2C5DC8C}" dt="2025-11-29T23:48:21.383" v="0" actId="1076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Arjun R" userId="b518642b28e0e832" providerId="LiveId" clId="{499DB57E-A8F0-4C2E-A55F-1292B2C5DC8C}" dt="2025-11-29T23:50:13.734" v="9" actId="1076"/>
          <ac:spMkLst>
            <pc:docMk/>
            <pc:sldMk cId="0" sldId="256"/>
            <ac:spMk id="5" creationId="{294EB54E-F13C-2339-9EBD-B86548D1DCDC}"/>
          </ac:spMkLst>
        </pc:spChg>
        <pc:spChg chg="add mod">
          <ac:chgData name="Arjun R" userId="b518642b28e0e832" providerId="LiveId" clId="{499DB57E-A8F0-4C2E-A55F-1292B2C5DC8C}" dt="2025-11-29T23:48:57.818" v="6" actId="1076"/>
          <ac:spMkLst>
            <pc:docMk/>
            <pc:sldMk cId="0" sldId="256"/>
            <ac:spMk id="7" creationId="{16DDF53C-1CD9-94DF-4833-66A64B9C9AF1}"/>
          </ac:spMkLst>
        </pc:spChg>
        <pc:spChg chg="add mod">
          <ac:chgData name="Arjun R" userId="b518642b28e0e832" providerId="LiveId" clId="{499DB57E-A8F0-4C2E-A55F-1292B2C5DC8C}" dt="2025-11-29T23:49:51.110" v="8" actId="1076"/>
          <ac:spMkLst>
            <pc:docMk/>
            <pc:sldMk cId="0" sldId="256"/>
            <ac:spMk id="9" creationId="{EE6506B6-53A7-74F5-54EC-77C49FFFFD53}"/>
          </ac:spMkLst>
        </pc:spChg>
      </pc:sldChg>
      <pc:sldChg chg="modSp mod">
        <pc:chgData name="Arjun R" userId="b518642b28e0e832" providerId="LiveId" clId="{499DB57E-A8F0-4C2E-A55F-1292B2C5DC8C}" dt="2025-11-29T23:52:06.106" v="12" actId="5793"/>
        <pc:sldMkLst>
          <pc:docMk/>
          <pc:sldMk cId="0" sldId="260"/>
        </pc:sldMkLst>
        <pc:spChg chg="mod">
          <ac:chgData name="Arjun R" userId="b518642b28e0e832" providerId="LiveId" clId="{499DB57E-A8F0-4C2E-A55F-1292B2C5DC8C}" dt="2025-11-29T23:52:06.106" v="12" actId="5793"/>
          <ac:spMkLst>
            <pc:docMk/>
            <pc:sldMk cId="0" sldId="260"/>
            <ac:spMk id="3" creationId="{00000000-0000-0000-0000-000000000000}"/>
          </ac:spMkLst>
        </pc:spChg>
      </pc:sldChg>
      <pc:sldChg chg="del">
        <pc:chgData name="Arjun R" userId="b518642b28e0e832" providerId="LiveId" clId="{499DB57E-A8F0-4C2E-A55F-1292B2C5DC8C}" dt="2025-11-29T23:56:44.933" v="104" actId="47"/>
        <pc:sldMkLst>
          <pc:docMk/>
          <pc:sldMk cId="0" sldId="263"/>
        </pc:sldMkLst>
      </pc:sldChg>
      <pc:sldChg chg="addSp delSp modSp mod">
        <pc:chgData name="Arjun R" userId="b518642b28e0e832" providerId="LiveId" clId="{499DB57E-A8F0-4C2E-A55F-1292B2C5DC8C}" dt="2025-11-29T23:54:09.246" v="30" actId="20577"/>
        <pc:sldMkLst>
          <pc:docMk/>
          <pc:sldMk cId="0" sldId="264"/>
        </pc:sldMkLst>
        <pc:spChg chg="mod">
          <ac:chgData name="Arjun R" userId="b518642b28e0e832" providerId="LiveId" clId="{499DB57E-A8F0-4C2E-A55F-1292B2C5DC8C}" dt="2025-11-29T23:54:09.246" v="30" actId="20577"/>
          <ac:spMkLst>
            <pc:docMk/>
            <pc:sldMk cId="0" sldId="264"/>
            <ac:spMk id="2" creationId="{00000000-0000-0000-0000-000000000000}"/>
          </ac:spMkLst>
        </pc:spChg>
        <pc:picChg chg="del">
          <ac:chgData name="Arjun R" userId="b518642b28e0e832" providerId="LiveId" clId="{499DB57E-A8F0-4C2E-A55F-1292B2C5DC8C}" dt="2025-11-29T23:53:57.157" v="13" actId="478"/>
          <ac:picMkLst>
            <pc:docMk/>
            <pc:sldMk cId="0" sldId="264"/>
            <ac:picMk id="3" creationId="{00000000-0000-0000-0000-000000000000}"/>
          </ac:picMkLst>
        </pc:picChg>
        <pc:picChg chg="add mod">
          <ac:chgData name="Arjun R" userId="b518642b28e0e832" providerId="LiveId" clId="{499DB57E-A8F0-4C2E-A55F-1292B2C5DC8C}" dt="2025-11-29T23:54:02.422" v="15" actId="1076"/>
          <ac:picMkLst>
            <pc:docMk/>
            <pc:sldMk cId="0" sldId="264"/>
            <ac:picMk id="5" creationId="{C3CAD814-DC49-6575-5888-5AA9DFFD4686}"/>
          </ac:picMkLst>
        </pc:picChg>
      </pc:sldChg>
      <pc:sldChg chg="addSp delSp modSp mod">
        <pc:chgData name="Arjun R" userId="b518642b28e0e832" providerId="LiveId" clId="{499DB57E-A8F0-4C2E-A55F-1292B2C5DC8C}" dt="2025-11-29T23:55:08.717" v="78" actId="20577"/>
        <pc:sldMkLst>
          <pc:docMk/>
          <pc:sldMk cId="0" sldId="265"/>
        </pc:sldMkLst>
        <pc:spChg chg="mod">
          <ac:chgData name="Arjun R" userId="b518642b28e0e832" providerId="LiveId" clId="{499DB57E-A8F0-4C2E-A55F-1292B2C5DC8C}" dt="2025-11-29T23:55:08.717" v="78" actId="20577"/>
          <ac:spMkLst>
            <pc:docMk/>
            <pc:sldMk cId="0" sldId="265"/>
            <ac:spMk id="2" creationId="{00000000-0000-0000-0000-000000000000}"/>
          </ac:spMkLst>
        </pc:spChg>
        <pc:picChg chg="del">
          <ac:chgData name="Arjun R" userId="b518642b28e0e832" providerId="LiveId" clId="{499DB57E-A8F0-4C2E-A55F-1292B2C5DC8C}" dt="2025-11-29T23:54:52.358" v="31" actId="478"/>
          <ac:picMkLst>
            <pc:docMk/>
            <pc:sldMk cId="0" sldId="265"/>
            <ac:picMk id="3" creationId="{00000000-0000-0000-0000-000000000000}"/>
          </ac:picMkLst>
        </pc:picChg>
        <pc:picChg chg="add">
          <ac:chgData name="Arjun R" userId="b518642b28e0e832" providerId="LiveId" clId="{499DB57E-A8F0-4C2E-A55F-1292B2C5DC8C}" dt="2025-11-29T23:54:52.918" v="32" actId="22"/>
          <ac:picMkLst>
            <pc:docMk/>
            <pc:sldMk cId="0" sldId="265"/>
            <ac:picMk id="5" creationId="{280E8675-9095-929B-0D8C-8126077D5696}"/>
          </ac:picMkLst>
        </pc:picChg>
      </pc:sldChg>
      <pc:sldChg chg="addSp modSp new mod">
        <pc:chgData name="Arjun R" userId="b518642b28e0e832" providerId="LiveId" clId="{499DB57E-A8F0-4C2E-A55F-1292B2C5DC8C}" dt="2025-11-29T23:55:50.110" v="83" actId="1076"/>
        <pc:sldMkLst>
          <pc:docMk/>
          <pc:sldMk cId="2006540827" sldId="266"/>
        </pc:sldMkLst>
        <pc:spChg chg="mod">
          <ac:chgData name="Arjun R" userId="b518642b28e0e832" providerId="LiveId" clId="{499DB57E-A8F0-4C2E-A55F-1292B2C5DC8C}" dt="2025-11-29T23:55:34.466" v="81" actId="27636"/>
          <ac:spMkLst>
            <pc:docMk/>
            <pc:sldMk cId="2006540827" sldId="266"/>
            <ac:spMk id="2" creationId="{603340FE-8445-9FBC-922F-7364F291FA68}"/>
          </ac:spMkLst>
        </pc:spChg>
        <pc:picChg chg="add mod">
          <ac:chgData name="Arjun R" userId="b518642b28e0e832" providerId="LiveId" clId="{499DB57E-A8F0-4C2E-A55F-1292B2C5DC8C}" dt="2025-11-29T23:55:50.110" v="83" actId="1076"/>
          <ac:picMkLst>
            <pc:docMk/>
            <pc:sldMk cId="2006540827" sldId="266"/>
            <ac:picMk id="4" creationId="{621D4496-DD16-75C9-51DA-3B7F817D97E7}"/>
          </ac:picMkLst>
        </pc:picChg>
      </pc:sldChg>
      <pc:sldChg chg="addSp modSp new mod">
        <pc:chgData name="Arjun R" userId="b518642b28e0e832" providerId="LiveId" clId="{499DB57E-A8F0-4C2E-A55F-1292B2C5DC8C}" dt="2025-11-29T23:56:35.857" v="103" actId="22"/>
        <pc:sldMkLst>
          <pc:docMk/>
          <pc:sldMk cId="2920585751" sldId="267"/>
        </pc:sldMkLst>
        <pc:spChg chg="mod">
          <ac:chgData name="Arjun R" userId="b518642b28e0e832" providerId="LiveId" clId="{499DB57E-A8F0-4C2E-A55F-1292B2C5DC8C}" dt="2025-11-29T23:56:33.387" v="102" actId="20577"/>
          <ac:spMkLst>
            <pc:docMk/>
            <pc:sldMk cId="2920585751" sldId="267"/>
            <ac:spMk id="2" creationId="{0B730F4C-5846-AF4A-FACE-A1ECDD909CF4}"/>
          </ac:spMkLst>
        </pc:spChg>
        <pc:picChg chg="add">
          <ac:chgData name="Arjun R" userId="b518642b28e0e832" providerId="LiveId" clId="{499DB57E-A8F0-4C2E-A55F-1292B2C5DC8C}" dt="2025-11-29T23:56:35.857" v="103" actId="22"/>
          <ac:picMkLst>
            <pc:docMk/>
            <pc:sldMk cId="2920585751" sldId="267"/>
            <ac:picMk id="4" creationId="{CD83DBD5-EBD8-DF2B-6E29-3414254890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9201"/>
            <a:ext cx="7772400" cy="1470025"/>
          </a:xfrm>
        </p:spPr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rPr dirty="0"/>
              <a:t>AI Fit Mentor – Internship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SRM Institute of Science and Technology</a:t>
            </a:r>
          </a:p>
          <a:p>
            <a:r>
              <a:rPr dirty="0"/>
              <a:t>Internship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EB54E-F13C-2339-9EBD-B86548D1DCDC}"/>
              </a:ext>
            </a:extLst>
          </p:cNvPr>
          <p:cNvSpPr txBox="1"/>
          <p:nvPr/>
        </p:nvSpPr>
        <p:spPr>
          <a:xfrm>
            <a:off x="2519265" y="17077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Name: ARJUN VELUPRABHAKARAN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DDF53C-1CD9-94DF-4833-66A64B9C9AF1}"/>
              </a:ext>
            </a:extLst>
          </p:cNvPr>
          <p:cNvSpPr txBox="1"/>
          <p:nvPr/>
        </p:nvSpPr>
        <p:spPr>
          <a:xfrm>
            <a:off x="2052735" y="19693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Register No.: EA2431201010152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6506B6-53A7-74F5-54EC-77C49FFFFD53}"/>
              </a:ext>
            </a:extLst>
          </p:cNvPr>
          <p:cNvSpPr txBox="1"/>
          <p:nvPr/>
        </p:nvSpPr>
        <p:spPr>
          <a:xfrm>
            <a:off x="2519265" y="22748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Program: B.C.A.-Data Science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fitness assistant using React, TypeScript, Tailwind, Supabase.</a:t>
            </a:r>
          </a:p>
          <a:p>
            <a:r>
              <a:t>Personalized plans, validation,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limitations, proposed AI-driven web app.</a:t>
            </a:r>
          </a:p>
          <a:p>
            <a:r>
              <a:t>Blueprint to working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&amp; Non-functional requirements.</a:t>
            </a:r>
          </a:p>
          <a:p>
            <a:r>
              <a:t>Secure data, real-time validation, AI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Vite</a:t>
            </a:r>
          </a:p>
          <a:p>
            <a:r>
              <a:rPr lang="en-US" dirty="0"/>
              <a:t>- TypeScript</a:t>
            </a:r>
          </a:p>
          <a:p>
            <a:r>
              <a:rPr lang="en-US" dirty="0"/>
              <a:t>- React</a:t>
            </a:r>
          </a:p>
          <a:p>
            <a:r>
              <a:rPr lang="en-US" dirty="0"/>
              <a:t>- </a:t>
            </a:r>
            <a:r>
              <a:rPr lang="en-US" dirty="0" err="1"/>
              <a:t>shadcn-ui</a:t>
            </a:r>
            <a:endParaRPr lang="en-US" dirty="0"/>
          </a:p>
          <a:p>
            <a:r>
              <a:rPr lang="en-US" dirty="0"/>
              <a:t>- Tailwind CSS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chat, plan generator, Supabase DB, RLS policies, user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UML diagrams, DFD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AD814-DC49-6575-5888-5AA9DFFD4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4812"/>
            <a:ext cx="9144000" cy="5188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and features.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E8675-9095-929B-0D8C-8126077D5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215"/>
            <a:ext cx="9144000" cy="4427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340FE-8445-9FBC-922F-7364F291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Admin Panel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1D4496-DD16-75C9-51DA-3B7F817D9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0920"/>
            <a:ext cx="9144000" cy="418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4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0F4C-5846-AF4A-FACE-A1ECDD90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couch space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3DBD5-EBD8-DF2B-6E29-341425489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0118"/>
            <a:ext cx="9144000" cy="435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8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130</Words>
  <Application>Microsoft Office PowerPoint</Application>
  <PresentationFormat>On-screen Show (4:3)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Fit Mentor – Internship Project</vt:lpstr>
      <vt:lpstr>Abstract</vt:lpstr>
      <vt:lpstr>System Analysis</vt:lpstr>
      <vt:lpstr>Requirements</vt:lpstr>
      <vt:lpstr>Technologies Used</vt:lpstr>
      <vt:lpstr>Implementation</vt:lpstr>
      <vt:lpstr>Design</vt:lpstr>
      <vt:lpstr>Home page</vt:lpstr>
      <vt:lpstr>Dashboard and features. </vt:lpstr>
      <vt:lpstr>Admin Panel </vt:lpstr>
      <vt:lpstr>AI couch space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R</cp:lastModifiedBy>
  <cp:revision>1</cp:revision>
  <dcterms:created xsi:type="dcterms:W3CDTF">2013-01-27T09:14:16Z</dcterms:created>
  <dcterms:modified xsi:type="dcterms:W3CDTF">2025-11-29T23:56:55Z</dcterms:modified>
  <cp:category/>
</cp:coreProperties>
</file>